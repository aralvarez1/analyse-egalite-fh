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165849-76EA-678A-8853-6A317473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69ED18-039F-89EE-1BA6-486B8D8AA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DB3CB3-BDC2-06FD-0D47-27869366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6FFD03-AF1C-D254-1C57-EDDED56D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950E09-9373-87D7-D2CE-5C4BD690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94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D0348E-F826-D4D0-C19B-26ECBED2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6D7741-6931-BE77-E513-2E73C8333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B65DBB-C220-EDC5-9F8E-EDB76AC9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002085-09F9-6147-0C67-A32EE4A1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B6749D-8F33-92D0-448B-4F746B58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50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E08B12-3032-0B33-33FF-3409AF8A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0A690D-E530-8C6F-0669-CE308F7D9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8A0858-86D9-5D0A-6C36-F604574F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A565B8-E9B6-143E-6AAE-00786637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4EE830-5DF3-EE98-1E55-39865DBA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83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86743-1199-94C2-D555-F837BD92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125897-FA44-3709-43E8-F30677778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6C78C3-869E-DE7F-4D1F-453641F29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B34922-25DF-6593-680D-76EDB9F6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6BC5FE-3150-805F-A5A1-32BED0E3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6CCC4E-63EE-06FD-37F4-2E640886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28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F33307-CE2B-8DF2-0C87-056B3C7B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BACC27-FBA8-988A-A747-867FE4560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E7B073-32CA-2253-2774-B80226E48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72CC7E-E0DA-83E9-6EE9-B80266085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5EB56E-1A1A-BA78-4D0A-9A54E66DE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F6C5942-93C4-948C-B681-F5B03FD3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588AFD2-B160-C8BB-72C7-8166AD59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E9A510-4B8A-2692-6423-2A5AD502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883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FC1F5-B9E6-780D-36AF-780D3479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A2655B-9FCA-E90D-57EC-3358AAE3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00F3BF5-B802-31F9-42ED-B3AB6859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974617-817F-CAE1-8501-55D89CEFA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73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25C20E1-86D6-8165-6688-C881E4ED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393B5E1-8A99-25BE-994D-F819EB12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6EEFA4-4EDB-9748-4633-7C739604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91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CA27-329C-0C55-61BC-5460DF2D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9560DB-309A-5DFB-AC09-73EE926A6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76DCDD-C53F-7AA5-A8A9-94E432085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AA66EA-D99C-E998-51C1-6AE175AF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820921-9B57-44E1-C61E-B52323F3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F53B35-01C2-DB5B-910B-9C1A83DE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77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AB288-E5EA-8176-AADE-666A41B3D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C7FB96-41A4-0B53-09DC-23BC5DC40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8E0800-4D2C-44EE-5410-DC92440CC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2FC365-F04E-E566-ED2D-23CC1754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C8FD54-E036-05D1-87A5-F759069C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77FEF5-3FF3-37E2-D840-7E702D90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12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01B6F-0169-CBF6-3FF4-67E45550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251785-8C6B-1476-CDD3-C933B5CCC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8E3FCD-01A7-BEDF-B645-DC2C6266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658F4B-2365-B6CB-42EC-A7146D81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A80ABE-567A-8756-9E41-C24B636A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78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32F2106-788D-7D7A-E7A7-BB623A5C3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1D41A4-DBE5-E7AF-0A23-73A1DF45B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121B51-4E19-F2B0-DE42-960B295FE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200572-C9C2-21A4-9E23-26D940A8B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BD1A1A-132B-081B-34A1-8448EF2E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80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F4DD10-7A32-D94A-37F8-3D727BD0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ADEE1F-FE02-D08C-AEF2-2C39347A1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FA76F0-3BBB-2E40-E4FE-F20278A53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2C3F3-818A-460D-8204-C54094066C7D}" type="datetimeFigureOut">
              <a:rPr lang="fr-FR" smtClean="0"/>
              <a:t>23/05/2025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24988-2915-07BF-F701-FDC049672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0691E0-BD2A-5F8D-B865-EDA5004E4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5C064-53FB-4E01-940D-AFD3726F2D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07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284EF-05A3-BEAD-8DCE-4D5A092AF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/>
              <a:t>Projet : Analyser les indicateurs de l’égalité hommes/femmes en respect du RGPD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0B9C17-1CD2-522A-310D-424E4587F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94000"/>
            <a:ext cx="9144000" cy="1655762"/>
          </a:xfrm>
        </p:spPr>
        <p:txBody>
          <a:bodyPr/>
          <a:lstStyle/>
          <a:p>
            <a:r>
              <a:rPr lang="fr-FR" dirty="0"/>
              <a:t>Arthur Alvarez</a:t>
            </a:r>
          </a:p>
        </p:txBody>
      </p:sp>
      <p:pic>
        <p:nvPicPr>
          <p:cNvPr id="1026" name="Picture 2" descr="Égalité femmes-hommes : dix graphiques qui montrent l'ampleur des progrès  qu'il reste à faire">
            <a:extLst>
              <a:ext uri="{FF2B5EF4-FFF2-40B4-BE49-F238E27FC236}">
                <a16:creationId xmlns:a16="http://schemas.microsoft.com/office/drawing/2014/main" id="{4BCE67C1-A2E6-E004-9D50-5A96D1A9E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386" y="3221623"/>
            <a:ext cx="6207227" cy="348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74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D26AF0-3C6C-217C-25CD-05A989D3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035D2F-E73C-BDB7-37A0-084B8A532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 moins 50 salariés =&gt; index de l’égalité femmes-hommes</a:t>
            </a:r>
          </a:p>
          <a:p>
            <a:r>
              <a:rPr lang="fr-FR" dirty="0"/>
              <a:t>Objectif : améliorer notre image et attirer des talents</a:t>
            </a:r>
          </a:p>
          <a:p>
            <a:r>
              <a:rPr lang="fr-FR" dirty="0"/>
              <a:t>Besoin : rapport automatique à partir des données du SIRH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9D589E2-F7AA-71CD-5989-956ED5A35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54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50C2C6-70DE-78C1-8BF8-6493A570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initiales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CE447A-8751-F609-1A9D-BE1ED6EA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45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3 fichiers csv avec une colonne en commun : </a:t>
            </a:r>
            <a:r>
              <a:rPr lang="fr-FR" dirty="0" err="1">
                <a:highlight>
                  <a:srgbClr val="00FF00"/>
                </a:highlight>
              </a:rPr>
              <a:t>id_salarié</a:t>
            </a:r>
            <a:endParaRPr lang="fr-FR" dirty="0">
              <a:highlight>
                <a:srgbClr val="00FF00"/>
              </a:highlight>
            </a:endParaRPr>
          </a:p>
          <a:p>
            <a:pPr marL="0" indent="0">
              <a:buNone/>
            </a:pPr>
            <a:endParaRPr lang="fr-FR" dirty="0">
              <a:highlight>
                <a:srgbClr val="00FF00"/>
              </a:highlight>
            </a:endParaRPr>
          </a:p>
          <a:p>
            <a:r>
              <a:rPr lang="fr-FR" dirty="0"/>
              <a:t>Infos pro: ancienneté, distance domicile/travail, </a:t>
            </a:r>
            <a:r>
              <a:rPr lang="fr-FR" dirty="0">
                <a:highlight>
                  <a:srgbClr val="00FF00"/>
                </a:highlight>
              </a:rPr>
              <a:t>service</a:t>
            </a:r>
            <a:r>
              <a:rPr lang="fr-FR" dirty="0"/>
              <a:t>, </a:t>
            </a:r>
            <a:r>
              <a:rPr lang="fr-FR" dirty="0" err="1">
                <a:highlight>
                  <a:srgbClr val="00FF00"/>
                </a:highlight>
              </a:rPr>
              <a:t>work_accident</a:t>
            </a:r>
            <a:r>
              <a:rPr lang="fr-FR" dirty="0"/>
              <a:t>, </a:t>
            </a:r>
            <a:r>
              <a:rPr lang="fr-FR" dirty="0">
                <a:highlight>
                  <a:srgbClr val="00FF00"/>
                </a:highlight>
              </a:rPr>
              <a:t>niveau de satisfaction</a:t>
            </a:r>
          </a:p>
          <a:p>
            <a:pPr marL="0" indent="0">
              <a:buNone/>
            </a:pPr>
            <a:endParaRPr lang="fr-FR" dirty="0">
              <a:highlight>
                <a:srgbClr val="00FF00"/>
              </a:highlight>
            </a:endParaRPr>
          </a:p>
          <a:p>
            <a:r>
              <a:rPr lang="fr-FR" dirty="0"/>
              <a:t>Rémunération: contrat, durée hebdo, </a:t>
            </a:r>
            <a:r>
              <a:rPr lang="fr-FR" dirty="0">
                <a:highlight>
                  <a:srgbClr val="00FF00"/>
                </a:highlight>
              </a:rPr>
              <a:t>salaire base mensuel</a:t>
            </a:r>
            <a:r>
              <a:rPr lang="fr-FR" dirty="0"/>
              <a:t>, %</a:t>
            </a:r>
            <a:r>
              <a:rPr lang="fr-FR" dirty="0" err="1"/>
              <a:t>variable_moyen</a:t>
            </a:r>
            <a:r>
              <a:rPr lang="fr-FR" dirty="0"/>
              <a:t>, augmentation, </a:t>
            </a:r>
            <a:r>
              <a:rPr lang="fr-FR" dirty="0">
                <a:highlight>
                  <a:srgbClr val="00FF00"/>
                </a:highlight>
              </a:rPr>
              <a:t>promotion</a:t>
            </a:r>
          </a:p>
          <a:p>
            <a:pPr marL="0" indent="0">
              <a:buNone/>
            </a:pPr>
            <a:endParaRPr lang="fr-FR" dirty="0">
              <a:highlight>
                <a:srgbClr val="00FF00"/>
              </a:highlight>
            </a:endParaRPr>
          </a:p>
          <a:p>
            <a:r>
              <a:rPr lang="fr-FR" dirty="0"/>
              <a:t>Salarié: </a:t>
            </a:r>
            <a:r>
              <a:rPr lang="fr-FR" dirty="0">
                <a:highlight>
                  <a:srgbClr val="00FF00"/>
                </a:highlight>
              </a:rPr>
              <a:t>sexe</a:t>
            </a:r>
            <a:r>
              <a:rPr lang="fr-FR" dirty="0"/>
              <a:t>, </a:t>
            </a:r>
            <a:r>
              <a:rPr lang="fr-FR" dirty="0">
                <a:highlight>
                  <a:srgbClr val="FFFF00"/>
                </a:highlight>
              </a:rPr>
              <a:t>prénom/nom</a:t>
            </a:r>
            <a:r>
              <a:rPr lang="fr-FR" dirty="0"/>
              <a:t>, </a:t>
            </a:r>
            <a:r>
              <a:rPr lang="fr-FR" dirty="0">
                <a:highlight>
                  <a:srgbClr val="FFFF00"/>
                </a:highlight>
              </a:rPr>
              <a:t>téléphone</a:t>
            </a:r>
            <a:r>
              <a:rPr lang="fr-FR" dirty="0"/>
              <a:t>, </a:t>
            </a:r>
            <a:r>
              <a:rPr lang="fr-FR" dirty="0" err="1">
                <a:highlight>
                  <a:srgbClr val="FFFF00"/>
                </a:highlight>
              </a:rPr>
              <a:t>date_naissance</a:t>
            </a:r>
            <a:r>
              <a:rPr lang="fr-FR" dirty="0"/>
              <a:t>, Etat Civil, Congé maternité A-1, Enfants</a:t>
            </a:r>
          </a:p>
        </p:txBody>
      </p:sp>
    </p:spTree>
    <p:extLst>
      <p:ext uri="{BB962C8B-B14F-4D97-AF65-F5344CB8AC3E}">
        <p14:creationId xmlns:p14="http://schemas.microsoft.com/office/powerpoint/2010/main" val="237031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D7031-696A-A0DD-5487-290CCD41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des indicateurs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294C74-E2BA-297E-87FB-A2C6FE91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Salaire moyen</a:t>
            </a:r>
          </a:p>
          <a:p>
            <a:r>
              <a:rPr lang="fr-FR" dirty="0"/>
              <a:t>Niveau de satisfaction moyen</a:t>
            </a:r>
          </a:p>
          <a:p>
            <a:r>
              <a:rPr lang="fr-FR" dirty="0"/>
              <a:t>Durée hebdomadaire moyenne</a:t>
            </a:r>
          </a:p>
          <a:p>
            <a:r>
              <a:rPr lang="fr-FR" dirty="0"/>
              <a:t>Nombre de promotions</a:t>
            </a:r>
          </a:p>
          <a:p>
            <a:r>
              <a:rPr lang="fr-FR" dirty="0"/>
              <a:t>Nombre d’accidents</a:t>
            </a:r>
          </a:p>
        </p:txBody>
      </p:sp>
    </p:spTree>
    <p:extLst>
      <p:ext uri="{BB962C8B-B14F-4D97-AF65-F5344CB8AC3E}">
        <p14:creationId xmlns:p14="http://schemas.microsoft.com/office/powerpoint/2010/main" val="350754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90D790-B430-22D1-03E5-C56CC645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70E826-A877-C1B8-158E-646E9CDE0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Finalité -&gt; index</a:t>
            </a:r>
          </a:p>
          <a:p>
            <a:r>
              <a:rPr lang="fr-FR" dirty="0"/>
              <a:t>Exactitude -&gt; pas de modification des données</a:t>
            </a:r>
          </a:p>
          <a:p>
            <a:r>
              <a:rPr lang="fr-FR" dirty="0"/>
              <a:t>Limitation -&gt; 5 ans (article D1142-5)</a:t>
            </a:r>
          </a:p>
          <a:p>
            <a:r>
              <a:rPr lang="fr-FR" dirty="0"/>
              <a:t>Sécurité/protection -&gt; données sur mon PC accessible uniquement par moi</a:t>
            </a:r>
          </a:p>
          <a:p>
            <a:r>
              <a:rPr lang="fr-FR" dirty="0"/>
              <a:t>Responsabilisation -&gt; désigner un responsable</a:t>
            </a:r>
          </a:p>
          <a:p>
            <a:r>
              <a:rPr lang="fr-FR" dirty="0"/>
              <a:t>Respect des droits des personnes -&gt; chaque salarié peut demander à consulter ses données ou les faire corriger</a:t>
            </a:r>
          </a:p>
        </p:txBody>
      </p:sp>
    </p:spTree>
    <p:extLst>
      <p:ext uri="{BB962C8B-B14F-4D97-AF65-F5344CB8AC3E}">
        <p14:creationId xmlns:p14="http://schemas.microsoft.com/office/powerpoint/2010/main" val="278391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C978E-9F37-68F7-7EEA-86CA797BD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Importation des données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1656A8-C5CF-D403-53B7-12C952971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0992"/>
            <a:ext cx="3267075" cy="45339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5332F3-FC04-88DA-B588-67D4BB63A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972" y="2624907"/>
            <a:ext cx="7531510" cy="194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90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5CC52-26EA-31A9-D63F-C4EE49CA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 traitement des données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BF7EE90-D468-6EE9-185F-1B8137B34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042" y="1357367"/>
            <a:ext cx="5762625" cy="30765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A253A54-3AB2-7E07-A387-573CA419A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5148"/>
            <a:ext cx="12192000" cy="207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7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34239-EFF0-E481-F0EB-355D5C10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Exportation des données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9BC0D3-C9AD-3A15-44F9-E4F10C492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62868"/>
            <a:ext cx="2743200" cy="8763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328A2F0-272B-AD5D-4138-E58440B0D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527812"/>
            <a:ext cx="102108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61620C-9306-544D-8862-BE1DBB05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5C435F-043E-C613-4909-7877D42A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16" y="1511300"/>
            <a:ext cx="3857625" cy="49815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2B02970-E4B2-B3E2-EC99-DAC972B82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825" y="923939"/>
            <a:ext cx="6571943" cy="137742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BC10DD7-FE5F-41B1-0E23-5CF098A0A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243" y="2556552"/>
            <a:ext cx="4939175" cy="392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8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B13875-4C1D-16E8-2447-F1689931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70444A-F9E5-E015-A173-DEC7F1EDB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7"/>
            <a:ext cx="6126988" cy="48414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88D8DE1-8EA0-E423-83D5-4FEDFA04F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371" y="1597038"/>
            <a:ext cx="6324629" cy="502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8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F9BD5C99-66C8-2AAD-3DB2-6A61BF312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Résultat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D1D7FF1-4BF6-4D9D-A30A-05388604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0" y="1837441"/>
            <a:ext cx="3917985" cy="328708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6E926F8-9E86-841A-00EB-10A81B461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007" y="1885261"/>
            <a:ext cx="3917986" cy="319144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A3BD7E0-8796-CED5-1D75-6F3C493EA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993" y="1785458"/>
            <a:ext cx="4114570" cy="328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0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CAE65-11F3-AB78-0819-490397EA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Score final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32D7AC-6CA2-782C-B159-3DB73092B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7676"/>
            <a:ext cx="5734050" cy="35147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15BAE11-2F71-3389-C4B8-3B90C2AE9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51527"/>
            <a:ext cx="9391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46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03759-9327-44B7-A1E1-D704C57C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E2733B-A0FC-2622-6C86-D415CACBB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Continuer comme ça ! Très bon score</a:t>
            </a:r>
          </a:p>
          <a:p>
            <a:r>
              <a:rPr lang="fr-FR" dirty="0"/>
              <a:t>Essayer d’équilibrer dans les services</a:t>
            </a:r>
          </a:p>
        </p:txBody>
      </p:sp>
      <p:pic>
        <p:nvPicPr>
          <p:cNvPr id="1026" name="Picture 2" descr="Bravo et merci ! - ATOLL Tourisme">
            <a:extLst>
              <a:ext uri="{FF2B5EF4-FFF2-40B4-BE49-F238E27FC236}">
                <a16:creationId xmlns:a16="http://schemas.microsoft.com/office/drawing/2014/main" id="{0D8B20B8-8805-E5A5-D3AD-5ECEC8A2E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219" y="3142456"/>
            <a:ext cx="7059561" cy="3281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6256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218</Words>
  <Application>Microsoft Office PowerPoint</Application>
  <PresentationFormat>Grand écran</PresentationFormat>
  <Paragraphs>37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Projet : Analyser les indicateurs de l’égalité hommes/femmes en respect du RGPD</vt:lpstr>
      <vt:lpstr>Contexte</vt:lpstr>
      <vt:lpstr>Données initiales</vt:lpstr>
      <vt:lpstr>Choix des indicateurs</vt:lpstr>
      <vt:lpstr>RGPD</vt:lpstr>
      <vt:lpstr>Importation des données</vt:lpstr>
      <vt:lpstr>Pré traitement des données</vt:lpstr>
      <vt:lpstr>Exportation des données</vt:lpstr>
      <vt:lpstr>Graphiques</vt:lpstr>
      <vt:lpstr>Résultat</vt:lpstr>
      <vt:lpstr>Résultat</vt:lpstr>
      <vt:lpstr>Score final</vt:lpstr>
      <vt:lpstr>Recommandations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Alvarez</dc:creator>
  <cp:lastModifiedBy>arthur Alvarez</cp:lastModifiedBy>
  <cp:revision>7</cp:revision>
  <dcterms:created xsi:type="dcterms:W3CDTF">2025-04-11T14:43:47Z</dcterms:created>
  <dcterms:modified xsi:type="dcterms:W3CDTF">2025-05-23T12:02:10Z</dcterms:modified>
</cp:coreProperties>
</file>